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Multi-Agent Path Finding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Real Fab OHT Network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 Project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2011680" cy="0"/>
          </a:xfrm>
          <a:prstGeom prst="line">
            <a:avLst/>
          </a:prstGeom>
          <a:noFill/>
          <a:ln w="19050">
            <a:solidFill>
              <a:srgbClr val="CBD2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B8794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김도현  ·  202214223  ·  전기전자공학과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of OHTs share one rail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stalls the line — and a stalled line stalls production.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AB_O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3040380"/>
            <a:ext cx="868680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Discrete-time motion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graph  ·  one step = move V·Δt or wait  ·  min separation V·Δt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o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8468" y="2743200"/>
            <a:ext cx="712458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→ unit edges (virtual nodes)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each edge into unit steps  →  collision = same (node, time).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virtualn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969" y="2651760"/>
            <a:ext cx="820158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conflict: why time is part of the problem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fig_coll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4735" y="2011680"/>
            <a:ext cx="7472051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Samsung semiconductor-fab network in Yongin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 2022 OHT network — Choi et al., PLOS ONE 2024  ·  2,858 nodes / 3,424 edges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528" y="2468880"/>
            <a:ext cx="3310624" cy="402336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842710"/>
            <a:ext cx="5394960" cy="33671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Directed </a:t>
            </a:r>
            <a:pPr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weighted</a:t>
            </a:r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graph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quantize to integer steps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 — quantize (convert_weights)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→ integer steps: round(d / V), clamp ≥ 1.  Coding it is what lets us measure &amp; tune the error.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1_conv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047" y="2468880"/>
            <a:ext cx="518942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2 — expand (expand_unweighted)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weight-w edge → a w−1 virtual-node chain of unit edges.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2_exp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04" y="2377440"/>
            <a:ext cx="440971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TUNING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Quantization: smaller graph vs. more error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40280"/>
          <a:ext cx="10698480" cy="265176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920240"/>
                <a:gridCol w="1920240"/>
                <a:gridCol w="192024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V·Δt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max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expanded 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 (chosen)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error is the real metric</a:t>
            </a:r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edges over/under-round, but a path sums many edges so errors cancel.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V·Δt → finer steps → a bigger graph, but more accurate.  Chosen V·Δt=500: max w = 28, path error 3.6%.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Prioritized Planning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agents one at a time, in priority order.  Each committed path becomes occupancy the next agent must avoid.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roles, receding horizon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runs time (plan H, commit C, replan)  ·  PP orders agents  ·  PathFinder routes one agent.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ro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5946" y="2606040"/>
            <a:ext cx="7829628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THE PATHFINDER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Pathfinding: BFS over a Time-Expanded Graph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graph per step (TEG)  ·  avoid occupancy via isFree  ·  space = V × (H+1)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t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9447" y="2331720"/>
            <a:ext cx="610262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WHAT IT NEEDS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picture needs — and why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651760"/>
        </p:xfrm>
        <a:graphic>
          <a:graphicData uri="http://schemas.openxmlformats.org/drawingml/2006/table">
            <a:tbl>
              <a:tblPr/>
              <a:tblGrid>
                <a:gridCol w="31089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the frontier level by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 the graph (copied per time step)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every path's occupancy, queried constantly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 takes the next agent by priority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is needed — here.  The next section: what data structure realizes each, and why that one.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component → a data structure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651760"/>
        </p:xfrm>
        <a:graphic>
          <a:graphicData uri="http://schemas.openxmlformats.org/drawingml/2006/table">
            <a:tbl>
              <a:tblPr/>
              <a:tblGrid>
                <a:gridCol w="31089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frontier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 (FIFO)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 (adjacency list, on dynamic_array)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dynamic_array (per node) + AVL tree (intervals)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Emphasis three — graph · AVL · min-heap.  (queue · linked_list · dynamic_array: one breath in the next map.)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class data structures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tiers: building blocks → structures.  Every compare delegates to Data::operator&lt;.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depend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096" y="2377440"/>
            <a:ext cx="588532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THE DATA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structure holds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~Data → polymorphic delete (owner deletes, child cleans up).  virtual operator&lt; → comparison delegated.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data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040" y="2377440"/>
            <a:ext cx="58714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OPERATOR&lt; OVERLOADING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children override operator&lt;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(by start) makes a generic AVL an interval tree · Agent (by priority) makes a generic heap a priority queue.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inter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31587"/>
            <a:ext cx="5212080" cy="3715066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agent_operator_overloa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557588"/>
            <a:ext cx="5120640" cy="10229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: public Data — operator&lt; by priority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TEG as adjacency lists — sparse, O(V+E), fast neighbor scan.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adj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on dynamic_array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1832" y="1737360"/>
            <a:ext cx="3548575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interface gives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92240" y="274320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addEdge(from, to)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a neighbor to a per-node dynamic_array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neighbor(u, i)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i-th out-neighbor of u — O(1) indexed access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type, two uses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layout, and the TEG over (node, 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table = AVL tree of intervals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occupancy as sorted, merged intervals.  Recorded by PP, read by BFS via isFree.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fig_reser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58" y="2377440"/>
            <a:ext cx="6538045" cy="384048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fig_coales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960134"/>
            <a:ext cx="4572000" cy="13949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balanced tree — not array / hash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10881360" cy="22860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383280"/>
                <a:gridCol w="27432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/ range query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array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too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no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do "next ≥ t"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unbalanced BST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worst 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AVL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+ pred/succ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— chosen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Workload: insert occupancy + find first interval ≥ t, constantly.  AVL gives both fast insert AND sorted neighbor queries.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the geometry lives in Interval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operator&lt; (by start) · touches (ranges meet?) · merge (their union). Interval owns the geometry; the AVL never knows it.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interval_c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4549" y="2423160"/>
            <a:ext cx="437242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reserve() absorbs neighbors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reservationTable_merge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56" y="2194560"/>
            <a:ext cx="5720007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reserve() folds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766560" y="27432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 / successor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touching neighbor in the AVL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touches? → merge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 it, then remove the old node (we own it)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both sides → insert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disjoint interval where several touched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leaks: dynamic_array → AVL → Node →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is explicit; destruction walks the whole chain.  (ASan/UBSan: leak-free.)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reservationTable_memory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90265"/>
            <a:ext cx="5394960" cy="25517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table dtor → per-node clearAndDelete → delete[] trees</a:t>
            </a:r>
            <a:endParaRPr lang="en-US" sz="1200" dirty="0"/>
          </a:p>
        </p:txBody>
      </p:sp>
      <p:pic>
        <p:nvPicPr>
          <p:cNvPr id="7" name="Image 1" descr="/sessions/youthful-relaxed-maxwell/mnt/OHT_MAPF/results/assets/reservationTable_memory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078" y="2286000"/>
            <a:ext cx="5160645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3703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clearAndDelete → destroyAndDelete(root)</a:t>
            </a:r>
            <a:endParaRPr lang="en-US" sz="1200" dirty="0"/>
          </a:p>
        </p:txBody>
      </p:sp>
      <p:pic>
        <p:nvPicPr>
          <p:cNvPr id="9" name="Image 2" descr="/sessions/youthful-relaxed-maxwell/mnt/OHT_MAPF/results/assets/reservationTable_memory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295" y="4114800"/>
            <a:ext cx="3176210" cy="23774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09360" y="6446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post-order: delete each Data* (owned payload), then the node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priority heap = min-heap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 pulls the next agent by priority — repeated extract-min, O(log n).  Why heap: array insert/extract is O(n).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inhe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5027" y="2606040"/>
            <a:ext cx="6051466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Encapsulation by private inheritance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MinHeap privately inherits DynamicArray — hides get/set/pushBack, so the heap invariant can't be broken.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minhe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5943" y="2377440"/>
            <a:ext cx="3749634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Collision-free at fab scale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21,178 nodes · 500 agents · H=1000 · 1,596 goals · throughput 0.798 · collision-free, leak-free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main_cpp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140" y="2651760"/>
            <a:ext cx="577347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data structures is what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decides whether it works — and how far it scales.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rests on the reservation table's merge invariant; scale is bounded by data layout, not the search.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MAPF on a Real Fab OHT Network</dc:title>
  <dc:subject>PptxGenJS Presentation</dc:subject>
  <dc:creator>김도현</dc:creator>
  <cp:lastModifiedBy>김도현</cp:lastModifiedBy>
  <cp:revision>1</cp:revision>
  <dcterms:created xsi:type="dcterms:W3CDTF">2026-06-10T05:57:58Z</dcterms:created>
  <dcterms:modified xsi:type="dcterms:W3CDTF">2026-06-10T05:57:58Z</dcterms:modified>
</cp:coreProperties>
</file>